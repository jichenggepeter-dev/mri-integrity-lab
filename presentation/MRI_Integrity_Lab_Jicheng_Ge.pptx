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0c21c5abdc4e96" /><Relationship Type="http://schemas.openxmlformats.org/officeDocument/2006/relationships/extended-properties" Target="/docProps/app.xml" Id="Rfba9771c918c4ded" /><Relationship Type="http://schemas.openxmlformats.org/officeDocument/2006/relationships/officeDocument" Target="/ppt/presentation.xml" Id="Rbe9e5e6bcb8548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4dabc7fa544294"/>
  </p:sldMasterIdLst>
  <p:notesMasterIdLst>
    <p:notesMasterId xmlns:r="http://schemas.openxmlformats.org/officeDocument/2006/relationships" r:id="R1c4298849bbf4550"/>
  </p:notesMasterIdLst>
  <p:sldIdLst>
    <p:sldId xmlns:r="http://schemas.openxmlformats.org/officeDocument/2006/relationships" id="256" r:id="Rf21bdf99f2be41f3"/>
    <p:sldId xmlns:r="http://schemas.openxmlformats.org/officeDocument/2006/relationships" id="257" r:id="R56523ae4be244315"/>
    <p:sldId xmlns:r="http://schemas.openxmlformats.org/officeDocument/2006/relationships" id="258" r:id="Rd8de6f79ee564eed"/>
    <p:sldId xmlns:r="http://schemas.openxmlformats.org/officeDocument/2006/relationships" id="259" r:id="R2b9ac7c9b69e49ac"/>
    <p:sldId xmlns:r="http://schemas.openxmlformats.org/officeDocument/2006/relationships" id="260" r:id="R5fee3715fe7a4c24"/>
    <p:sldId xmlns:r="http://schemas.openxmlformats.org/officeDocument/2006/relationships" id="261" r:id="R8fecb1f99b864324"/>
    <p:sldId xmlns:r="http://schemas.openxmlformats.org/officeDocument/2006/relationships" id="262" r:id="R0751eadba0b44874"/>
    <p:sldId xmlns:r="http://schemas.openxmlformats.org/officeDocument/2006/relationships" id="263" r:id="R51fae65e71c44a3b"/>
    <p:sldId xmlns:r="http://schemas.openxmlformats.org/officeDocument/2006/relationships" id="264" r:id="Rabe3a3fd65f44c6d"/>
    <p:sldId xmlns:r="http://schemas.openxmlformats.org/officeDocument/2006/relationships" id="265" r:id="R4bec631acde346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00016b4d344c4f" /><Relationship Type="http://schemas.openxmlformats.org/officeDocument/2006/relationships/slideMaster" Target="/ppt/slideMasters/slideMaster1.xml" Id="Rfe4dabc7fa544294" /><Relationship Type="http://schemas.openxmlformats.org/officeDocument/2006/relationships/notesMaster" Target="/ppt/notesMasters/notesMaster1.xml" Id="R1c4298849bbf4550" /><Relationship Type="http://schemas.openxmlformats.org/officeDocument/2006/relationships/presProps" Target="/ppt/presProps.xml" Id="R59dd1079ec1c4cae" /><Relationship Type="http://schemas.openxmlformats.org/officeDocument/2006/relationships/tableStyles" Target="/ppt/tableStyles.xml" Id="R8d1633f54103484e" /><Relationship Type="http://schemas.openxmlformats.org/officeDocument/2006/relationships/slide" Target="/ppt/slides/slide1.xml" Id="Rf21bdf99f2be41f3" /><Relationship Type="http://schemas.openxmlformats.org/officeDocument/2006/relationships/slide" Target="/ppt/slides/slide2.xml" Id="R56523ae4be244315" /><Relationship Type="http://schemas.openxmlformats.org/officeDocument/2006/relationships/slide" Target="/ppt/slides/slide3.xml" Id="Rd8de6f79ee564eed" /><Relationship Type="http://schemas.openxmlformats.org/officeDocument/2006/relationships/slide" Target="/ppt/slides/slide4.xml" Id="R2b9ac7c9b69e49ac" /><Relationship Type="http://schemas.openxmlformats.org/officeDocument/2006/relationships/slide" Target="/ppt/slides/slide5.xml" Id="R5fee3715fe7a4c24" /><Relationship Type="http://schemas.openxmlformats.org/officeDocument/2006/relationships/slide" Target="/ppt/slides/slide6.xml" Id="R8fecb1f99b864324" /><Relationship Type="http://schemas.openxmlformats.org/officeDocument/2006/relationships/slide" Target="/ppt/slides/slide7.xml" Id="R0751eadba0b44874" /><Relationship Type="http://schemas.openxmlformats.org/officeDocument/2006/relationships/slide" Target="/ppt/slides/slide8.xml" Id="R51fae65e71c44a3b" /><Relationship Type="http://schemas.openxmlformats.org/officeDocument/2006/relationships/slide" Target="/ppt/slides/slide9.xml" Id="Rabe3a3fd65f44c6d" /><Relationship Type="http://schemas.openxmlformats.org/officeDocument/2006/relationships/slide" Target="/ppt/slides/slide10.xml" Id="R4bec631acde346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5d229d9c1942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b36648327c41ec" /><Relationship Type="http://schemas.openxmlformats.org/officeDocument/2006/relationships/notesMaster" Target="/ppt/notesMasters/notesMaster1.xml" Id="Rec88239512bd40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c72faa4e574e19" /><Relationship Type="http://schemas.openxmlformats.org/officeDocument/2006/relationships/notesMaster" Target="/ppt/notesMasters/notesMaster1.xml" Id="Rbe7cb211d41841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5fa21942974240" /><Relationship Type="http://schemas.openxmlformats.org/officeDocument/2006/relationships/notesMaster" Target="/ppt/notesMasters/notesMaster1.xml" Id="Rf89545d1324e42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7ad7ad160042da" /><Relationship Type="http://schemas.openxmlformats.org/officeDocument/2006/relationships/notesMaster" Target="/ppt/notesMasters/notesMaster1.xml" Id="Rd50afc93f8c54da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2f446646cd4e60" /><Relationship Type="http://schemas.openxmlformats.org/officeDocument/2006/relationships/notesMaster" Target="/ppt/notesMasters/notesMaster1.xml" Id="R63a05f41aa9144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9c0cd31fd54d5d" /><Relationship Type="http://schemas.openxmlformats.org/officeDocument/2006/relationships/notesMaster" Target="/ppt/notesMasters/notesMaster1.xml" Id="R222fe110441e4c8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6af59ad2a6e488a" /><Relationship Type="http://schemas.openxmlformats.org/officeDocument/2006/relationships/notesMaster" Target="/ppt/notesMasters/notesMaster1.xml" Id="R6f53fdbd5b8a452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f1f8975ecfb4072" /><Relationship Type="http://schemas.openxmlformats.org/officeDocument/2006/relationships/notesMaster" Target="/ppt/notesMasters/notesMaster1.xml" Id="Re2b73f8b6a1d43a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35bf8dffe34491f" /><Relationship Type="http://schemas.openxmlformats.org/officeDocument/2006/relationships/notesMaster" Target="/ppt/notesMasters/notesMaster1.xml" Id="Ra5f4569f7df4470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de4b8c96e32461f" /><Relationship Type="http://schemas.openxmlformats.org/officeDocument/2006/relationships/notesMaster" Target="/ppt/notesMasters/notesMaster1.xml" Id="R9bdf47b01d854b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repository and saved experiment artifacts.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data/processed/audit_summary.json</a:t>
            </a:r>
          </a:p>
          <a:p xmlns:a="http://schemas.openxmlformats.org/drawingml/2006/main">
            <a:r>
              <a:t>- Kaggle Brain Tumor Dataset, Preet Viradiya.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src/mri_integrity_lab/preprocessing.py</a:t>
            </a:r>
          </a:p>
          <a:p xmlns:a="http://schemas.openxmlformats.org/drawingml/2006/main">
            <a:r>
              <a:t>- src/mri_integrity_lab/tampering.py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reports/figures/tamper_examples.png</a:t>
            </a:r>
          </a:p>
          <a:p xmlns:a="http://schemas.openxmlformats.org/drawingml/2006/main">
            <a:r>
              <a:t>- Synthetic variants generated by project code.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artifacts/baseline_metrics.json</a:t>
            </a:r>
          </a:p>
          <a:p xmlns:a="http://schemas.openxmlformats.org/drawingml/2006/main">
            <a:r>
              <a:t>- artifacts/improved_metrics.json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artifacts/v1_global_pool/multitask_metrics.json</a:t>
            </a:r>
          </a:p>
          <a:p xmlns:a="http://schemas.openxmlformats.org/drawingml/2006/main">
            <a:r>
              <a:t>- artifacts/v2_residual_unpaired/multitask_metrics.json</a:t>
            </a:r>
          </a:p>
          <a:p xmlns:a="http://schemas.openxmlformats.org/drawingml/2006/main">
            <a:r>
              <a:t>- artifacts/multitask_metrics.json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artifacts/multitask_metrics.json</a:t>
            </a:r>
          </a:p>
          <a:p xmlns:a="http://schemas.openxmlformats.org/drawingml/2006/main">
            <a:r>
              <a:t>- 603 held-out clean/manipulated pairs.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reports/figures/robustness_by_tamper.png</a:t>
            </a:r>
          </a:p>
          <a:p xmlns:a="http://schemas.openxmlformats.org/drawingml/2006/main">
            <a:r>
              <a:t>- artifacts/multitask_metrics.json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app.py</a:t>
            </a:r>
          </a:p>
          <a:p xmlns:a="http://schemas.openxmlformats.org/drawingml/2006/main">
            <a:r>
              <a:t>- src/mri_integrity_lab/inference.py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artifacts/multitask_metrics.json</a:t>
            </a:r>
          </a:p>
          <a:p xmlns:a="http://schemas.openxmlformats.org/drawingml/2006/main">
            <a:r>
              <a:t>- Not externally or clinically validated.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e9f3b411c246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145f823e4142ad" /><Relationship Type="http://schemas.openxmlformats.org/officeDocument/2006/relationships/slideLayout" Target="/ppt/slideLayouts/slideLayout1.xml" Id="Rfabd8de3983946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bd8de3983946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cfd410c7c14a72" /><Relationship Type="http://schemas.openxmlformats.org/officeDocument/2006/relationships/notesSlide" Target="/ppt/notesSlides/notesSlide1.xml" Id="R644eb7e32e6144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d343eb28404508" /><Relationship Type="http://schemas.openxmlformats.org/officeDocument/2006/relationships/notesSlide" Target="/ppt/notesSlides/notesSlide2.xml" Id="Rf49995ff9c534d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88df7f53024d38" /><Relationship Type="http://schemas.openxmlformats.org/officeDocument/2006/relationships/notesSlide" Target="/ppt/notesSlides/notesSlide3.xml" Id="R0d4617a508754df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ab479d6801490b" /><Relationship Type="http://schemas.openxmlformats.org/officeDocument/2006/relationships/image" Target="/ppt/media/image.png" Id="R710941277d474560" /><Relationship Type="http://schemas.openxmlformats.org/officeDocument/2006/relationships/notesSlide" Target="/ppt/notesSlides/notesSlide4.xml" Id="R31c6fe4482f04b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766b19f7c64af0" /><Relationship Type="http://schemas.openxmlformats.org/officeDocument/2006/relationships/notesSlide" Target="/ppt/notesSlides/notesSlide5.xml" Id="Rd35d2bcfca6442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e03b0d72fd4f2b" /><Relationship Type="http://schemas.openxmlformats.org/officeDocument/2006/relationships/image" Target="/ppt/media/image2.png" Id="R36176221581f4a9e" /><Relationship Type="http://schemas.openxmlformats.org/officeDocument/2006/relationships/notesSlide" Target="/ppt/notesSlides/notesSlide6.xml" Id="Rb77ed46e66ed4a0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44c1f3797442f6" /><Relationship Type="http://schemas.openxmlformats.org/officeDocument/2006/relationships/notesSlide" Target="/ppt/notesSlides/notesSlide7.xml" Id="R347c3e5ca7a044a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e9024e8af046e0" /><Relationship Type="http://schemas.openxmlformats.org/officeDocument/2006/relationships/image" Target="/ppt/media/image3.png" Id="Ra73a61b4898c4e98" /><Relationship Type="http://schemas.openxmlformats.org/officeDocument/2006/relationships/notesSlide" Target="/ppt/notesSlides/notesSlide8.xml" Id="R786a98e2460b409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aacdb5f6d24992" /><Relationship Type="http://schemas.openxmlformats.org/officeDocument/2006/relationships/notesSlide" Target="/ppt/notesSlides/notesSlide9.xml" Id="R86094576b2244d3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5815a274c64542" /><Relationship Type="http://schemas.openxmlformats.org/officeDocument/2006/relationships/notesSlide" Target="/ppt/notesSlides/notesSlide10.xml" Id="R71360ea75ce84cb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CF980C4D-E950-4486-82B1-2F863B42C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MRI Integrity Lab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1A0C0F3E-733F-4A01-A8CE-F45CA166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Jicheng Ge | jg5013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FF8E3F7C-2E33-4A84-BDB6-7BEF46C5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APAN 5910 | Deep Learning Project</a:t>
            </a:r>
          </a:p>
        </p:txBody>
      </p:sp>
    </p:spTree>
    <p:extLst>
      <p:ext uri="{BB962C8B-B14F-4D97-AF65-F5344CB8AC3E}">
        <p14:creationId xmlns:p14="http://schemas.microsoft.com/office/powerpoint/2010/main" val="129631012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95059611-385C-4D99-9709-70530554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1598A8BA-7A7D-463B-A2CA-DF2E947E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6C5274A8-A3E8-42BA-8AE1-E705B1E2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5611ED1E-44CA-4A81-9F13-C0923BC1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F8CD5632-4A11-4346-84FC-EC7499BE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Data hygiene came before modeling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57F9DD0D-DA15-43D6-A8B5-3206E8DF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Readable source files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F271E27F-4123-4A66-B816-7947BF5BC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Analytical images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4D5ACCDE-36D5-4397-884C-DB1BF7CB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Duplicate copies removed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7099537B-13D1-45FA-90B7-F3B851DF1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4,600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67462823-883E-4D4E-BFE1-E0C043DD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585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527CFBE1-3578-44AA-AB8B-2F79D865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4,014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226DF35A-BAE5-45A3-A5E9-572E14E1C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AUDIT RESULT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One non-brain image was excluded explicitly. Standardized-pixel hashes removed leakage-prone copies before the 70/15/15 split; no cross-label duplicate groups remained.</a:t>
            </a:r>
          </a:p>
        </p:txBody>
      </p:sp>
    </p:spTree>
    <p:extLst>
      <p:ext uri="{BB962C8B-B14F-4D97-AF65-F5344CB8AC3E}">
        <p14:creationId xmlns:p14="http://schemas.microsoft.com/office/powerpoint/2010/main" val="138965915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E1E5453D-4DC0-4015-8741-C017AA9A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DEAB6540-CFAE-4EE0-BBD8-99D05E9F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experiment protects the clean/manipulated comparison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988F8EB5-5394-40FC-B0CB-1397E8A1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F709ACF0-A5BE-4BD5-B214-2CB39C495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743F071A-0718-498F-8D55-F6816BBB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2FBD32F3-6B39-447C-828D-CB1037EB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01  AUDIT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88720AE4-98BF-469A-B458-AE805A74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  PAIR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2C1BFA5F-B383-4D8C-A8FF-FEA7F9D3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  EVALUATE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1611F782-8365-4313-A371-5D300E85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Generate pairs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Create deterministic copy-move, occlusion, and noise variants.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5972A22C-B6B1-4CD1-A336-59761D63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Deduplicate first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Split original images before any synthetic operation.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54051849-ACEC-4F3F-83C5-ECD19214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Measure change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Score both heads, probability shift, and diagnosis flips.</a:t>
            </a:r>
          </a:p>
        </p:txBody>
      </p:sp>
    </p:spTree>
    <p:extLst>
      <p:ext uri="{BB962C8B-B14F-4D97-AF65-F5344CB8AC3E}">
        <p14:creationId xmlns:p14="http://schemas.microsoft.com/office/powerpoint/2010/main" val="22713424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A1D56109-5500-440A-B002-C29F24A2B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7D68337D-75BB-461B-B9D9-7412CDC8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Three controlled stress tests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A5949D63-A06F-45A3-B0A7-6445C2681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9" name="Picture-3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0941277d474560"/>
          <a:stretch xmlns:a="http://schemas.openxmlformats.org/drawingml/2006/main"/>
        </p:blipFill>
        <p:spPr>
          <a:xfrm xmlns:a="http://schemas.openxmlformats.org/drawingml/2006/main">
            <a:off x="6269069" y="2447804"/>
            <a:ext cx="5539740" cy="1499287"/>
          </a:xfrm>
          <a:prstGeom xmlns:a="http://schemas.openxmlformats.org/drawingml/2006/main" prst="roundRect">
            <a:avLst/>
          </a:prstGeom>
        </p:spPr>
      </p:pic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730C2AB2-1955-45B7-A66D-FBCD32E4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Three stress tests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Copy-move tests local duplication.
Occlusion removes visible evidence.
Intensity/noise perturbs texture statistics.</a:t>
            </a:r>
          </a:p>
        </p:txBody>
      </p:sp>
    </p:spTree>
    <p:extLst>
      <p:ext uri="{BB962C8B-B14F-4D97-AF65-F5344CB8AC3E}">
        <p14:creationId xmlns:p14="http://schemas.microsoft.com/office/powerpoint/2010/main" val="84181397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75AB3509-AD56-4C38-B3F4-EDD04637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1051910C-93EA-4C2B-B0C2-839CEE37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331FB41E-7D0B-4EF4-8EBF-4C5CF579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FAB7508D-4ED4-44B1-A6A3-049B6C91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3EE4B3F3-2012-42DE-BEED-64417A75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improved CNN closed the classification gap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7187C8C2-17FE-4922-8895-04CE69AEE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Baseline accuracy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8D36AF4C-7521-44F0-80FE-26C9AA46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Improved ROC-AUC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E26C65D7-B60D-4323-9181-ADF696B1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Improved accuracy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3CE9725D-0FB9-4A84-AC67-F3AD3E93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69.32%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DC933130-D42C-4E02-88BD-6DEBD8A70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94.36%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989B2091-EDA4-48D8-8565-2F262769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0.988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756884B9-FC39-49DF-887A-FCCB29A1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HELD-OUT TEST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deeper batch-normalized encoder replaced the small baseline. Training used only the deduplicated training set; model selection used validation loss.</a:t>
            </a:r>
          </a:p>
        </p:txBody>
      </p:sp>
    </p:spTree>
    <p:extLst>
      <p:ext uri="{BB962C8B-B14F-4D97-AF65-F5344CB8AC3E}">
        <p14:creationId xmlns:p14="http://schemas.microsoft.com/office/powerpoint/2010/main" val="89277288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260191BF-D2B2-4A2E-9CFF-AEC23145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6632E285-A3E5-4347-8EC4-F4D9050D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Paired training was decisive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13AFD143-5618-46C6-81B7-632CB44E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9" name="Picture-3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176221581f4a9e"/>
          <a:stretch xmlns:a="http://schemas.openxmlformats.org/drawingml/2006/main"/>
        </p:blipFill>
        <p:spPr>
          <a:xfrm xmlns:a="http://schemas.openxmlformats.org/drawingml/2006/main">
            <a:off x="6269069" y="1606829"/>
            <a:ext cx="5539740" cy="3181237"/>
          </a:xfrm>
          <a:prstGeom xmlns:a="http://schemas.openxmlformats.org/drawingml/2006/main" prst="roundRect">
            <a:avLst/>
          </a:prstGeom>
        </p:spPr>
      </p:pic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01C56F1C-0199-41B5-8179-4CCA2870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decisive iteration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global head stayed near chance.
A residual branch alone still failed.
Showing clean and manipulated versions of each training image raised integrity ROC-AUC to 0.870.</a:t>
            </a:r>
          </a:p>
        </p:txBody>
      </p:sp>
    </p:spTree>
    <p:extLst>
      <p:ext uri="{BB962C8B-B14F-4D97-AF65-F5344CB8AC3E}">
        <p14:creationId xmlns:p14="http://schemas.microsoft.com/office/powerpoint/2010/main" val="13938769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EDE2EC99-EFD8-4972-9F21-1FC0F20B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50A95DE9-3FCE-4D9C-B099-942C416B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15DFECD7-665A-4190-AD97-FCA67D90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D23FF6BE-7370-4139-9B37-F7714A8E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9CDED478-446F-4FF7-BC3F-951641F1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final model keeps tumor and integrity evidence together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0439EBE8-3DD3-461E-885B-2A462884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Clean tumor accuracy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8E170DE1-E557-479A-9C27-783249FA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Diagnosis flip rate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3854A124-713B-413C-9A4C-5F9AAB5A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Integrity accuracy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886F0F64-5018-415E-8988-85FF7241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94.36%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9220D515-2B71-465B-939D-74E11BF1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78.28%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32F69EFC-583A-47C9-854A-808C9E29C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4.48%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7ACA3379-7B9F-4F48-8C6C-EB984CBD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FINAL HELD-OUT RESULTS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tumor branch was initialized from the improved model and frozen. The forensic branch trained on paired inputs, and its decision threshold was selected on validation data only.</a:t>
            </a:r>
          </a:p>
        </p:txBody>
      </p:sp>
    </p:spTree>
    <p:extLst>
      <p:ext uri="{BB962C8B-B14F-4D97-AF65-F5344CB8AC3E}">
        <p14:creationId xmlns:p14="http://schemas.microsoft.com/office/powerpoint/2010/main" val="85411933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A76F41C7-280A-40D4-A394-245349EB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E5009885-DF89-4E57-9F65-9051B21D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Occlusion was most disruptive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0B3AD5E5-A644-45C3-B59C-FB190C59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9" name="Picture-3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3a61b4898c4e98"/>
          <a:stretch xmlns:a="http://schemas.openxmlformats.org/drawingml/2006/main"/>
        </p:blipFill>
        <p:spPr>
          <a:xfrm xmlns:a="http://schemas.openxmlformats.org/drawingml/2006/main">
            <a:off x="6269069" y="2048669"/>
            <a:ext cx="5539740" cy="2297556"/>
          </a:xfrm>
          <a:prstGeom xmlns:a="http://schemas.openxmlformats.org/drawingml/2006/main" prst="roundRect">
            <a:avLst/>
          </a:prstGeom>
        </p:spPr>
      </p:pic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79FBA41B-EFD8-41DE-8F0D-8CFFAE50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Robustness is not uniform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Across 603 pairs, occlusion caused a 7.65-point mean probability shift and a 6.97% diagnosis flip rate. Intensity/noise was least disruptive in this benchmark.</a:t>
            </a:r>
          </a:p>
        </p:txBody>
      </p:sp>
    </p:spTree>
    <p:extLst>
      <p:ext uri="{BB962C8B-B14F-4D97-AF65-F5344CB8AC3E}">
        <p14:creationId xmlns:p14="http://schemas.microsoft.com/office/powerpoint/2010/main" val="100707295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524DB3AA-F1C9-499C-9A07-2C661955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426B79D7-6C0A-4548-875A-BC234492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interface binds classification to image quality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ACED5420-469B-4862-BC23-436635DF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8610A83A-472B-4E23-A3F0-1C7C45CA1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1CE567CD-9DFD-48E7-B311-5908FBDC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F2D8CDE1-5810-4E8E-8495-E0C59D69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01  UPLOAD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EEE309FC-FF33-4EBD-85D3-65DA2B05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  RUN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4AAF5B2C-1D40-40AB-B443-0AB5E757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  REVIEW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643B943F-FDED-4647-B1D3-3E61FED1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Score both heads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Return tumor probability, integrity risk, and two Grad-CAM views.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5A089858-A7FA-4FAF-990C-9240381B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Standardize input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Decode JPG or PNG and preserve aspect ratio at 128 x 128.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FABB6FD7-D20B-4AA8-BAAE-3BABD713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Gate interpretation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Mark the tumor result provisional when image risk is uncertain or high.</a:t>
            </a:r>
          </a:p>
        </p:txBody>
      </p:sp>
    </p:spTree>
    <p:extLst>
      <p:ext uri="{BB962C8B-B14F-4D97-AF65-F5344CB8AC3E}">
        <p14:creationId xmlns:p14="http://schemas.microsoft.com/office/powerpoint/2010/main" val="91674046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2332AD20-F301-4010-93A9-96EA7B73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Tumor first.
Integrity always alongside.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B5E05F70-55C3-47CF-9A24-EADBF757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94.36% tumor accuracy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0.870 integrity ROC-AUC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Research use only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D9479A12-F978-4ED7-A4D7-3EB8F007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RESULT</a:t>
            </a:r>
          </a:p>
        </p:txBody>
      </p:sp>
    </p:spTree>
    <p:extLst>
      <p:ext uri="{BB962C8B-B14F-4D97-AF65-F5344CB8AC3E}">
        <p14:creationId xmlns:p14="http://schemas.microsoft.com/office/powerpoint/2010/main" val="1487639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2026-08-03T22:14:56.0870000Z</dcterms:created>
  <dcterms:modified xsi:type="dcterms:W3CDTF">2026-08-03T22:14:56.0870000Z</dcterms:modified>
</coreProperties>
</file>